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Inconsolata Bold" pitchFamily="1" charset="0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E8A"/>
    <a:srgbClr val="CC3399"/>
    <a:srgbClr val="241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5C9A3-E035-4A43-9F62-DF018DBACAB1}" v="49" dt="2026-09-17T20:34:35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sha dolas" userId="3cc5df4fd9e5478e" providerId="LiveId" clId="{C0CF1DD2-EC81-4FF7-B2D0-2D73D068DD42}"/>
    <pc:docChg chg="undo custSel modSld">
      <pc:chgData name="tanisha dolas" userId="3cc5df4fd9e5478e" providerId="LiveId" clId="{C0CF1DD2-EC81-4FF7-B2D0-2D73D068DD42}" dt="2026-09-17T20:36:41.662" v="1012" actId="14100"/>
      <pc:docMkLst>
        <pc:docMk/>
      </pc:docMkLst>
      <pc:sldChg chg="addSp delSp modSp mod">
        <pc:chgData name="tanisha dolas" userId="3cc5df4fd9e5478e" providerId="LiveId" clId="{C0CF1DD2-EC81-4FF7-B2D0-2D73D068DD42}" dt="2026-09-17T17:06:16.231" v="316" actId="1076"/>
        <pc:sldMkLst>
          <pc:docMk/>
          <pc:sldMk cId="0" sldId="259"/>
        </pc:sldMkLst>
        <pc:spChg chg="mod">
          <ac:chgData name="tanisha dolas" userId="3cc5df4fd9e5478e" providerId="LiveId" clId="{C0CF1DD2-EC81-4FF7-B2D0-2D73D068DD42}" dt="2026-09-17T16:18:30.891" v="144" actId="12"/>
          <ac:spMkLst>
            <pc:docMk/>
            <pc:sldMk cId="0" sldId="259"/>
            <ac:spMk id="13" creationId="{B7EB868B-BC0F-D2D7-923D-A91A0BF59FC2}"/>
          </ac:spMkLst>
        </pc:spChg>
        <pc:spChg chg="add del mod">
          <ac:chgData name="tanisha dolas" userId="3cc5df4fd9e5478e" providerId="LiveId" clId="{C0CF1DD2-EC81-4FF7-B2D0-2D73D068DD42}" dt="2026-09-17T16:22:56.244" v="191" actId="21"/>
          <ac:spMkLst>
            <pc:docMk/>
            <pc:sldMk cId="0" sldId="259"/>
            <ac:spMk id="16" creationId="{C3A0A92B-BC11-BA1A-2D20-4304128CEA22}"/>
          </ac:spMkLst>
        </pc:spChg>
        <pc:spChg chg="add mod">
          <ac:chgData name="tanisha dolas" userId="3cc5df4fd9e5478e" providerId="LiveId" clId="{C0CF1DD2-EC81-4FF7-B2D0-2D73D068DD42}" dt="2026-09-17T16:22:08.193" v="185" actId="20577"/>
          <ac:spMkLst>
            <pc:docMk/>
            <pc:sldMk cId="0" sldId="259"/>
            <ac:spMk id="19" creationId="{B15E56A8-55C5-4CFC-3862-D88AC5BE59E4}"/>
          </ac:spMkLst>
        </pc:spChg>
        <pc:spChg chg="add mod">
          <ac:chgData name="tanisha dolas" userId="3cc5df4fd9e5478e" providerId="LiveId" clId="{C0CF1DD2-EC81-4FF7-B2D0-2D73D068DD42}" dt="2026-09-17T16:59:07.816" v="306" actId="20577"/>
          <ac:spMkLst>
            <pc:docMk/>
            <pc:sldMk cId="0" sldId="259"/>
            <ac:spMk id="24" creationId="{CCEEC7A5-D32A-51B3-E345-61023E3B1A42}"/>
          </ac:spMkLst>
        </pc:spChg>
        <pc:spChg chg="add mod">
          <ac:chgData name="tanisha dolas" userId="3cc5df4fd9e5478e" providerId="LiveId" clId="{C0CF1DD2-EC81-4FF7-B2D0-2D73D068DD42}" dt="2026-09-17T16:48:33.150" v="294" actId="113"/>
          <ac:spMkLst>
            <pc:docMk/>
            <pc:sldMk cId="0" sldId="259"/>
            <ac:spMk id="26" creationId="{B99BCD06-EBAB-19F5-3389-0C92DDC7376F}"/>
          </ac:spMkLst>
        </pc:spChg>
        <pc:spChg chg="add mod">
          <ac:chgData name="tanisha dolas" userId="3cc5df4fd9e5478e" providerId="LiveId" clId="{C0CF1DD2-EC81-4FF7-B2D0-2D73D068DD42}" dt="2026-09-17T16:48:36.519" v="295" actId="113"/>
          <ac:spMkLst>
            <pc:docMk/>
            <pc:sldMk cId="0" sldId="259"/>
            <ac:spMk id="29" creationId="{42CEF54F-A405-74A5-9942-41E91D70CEB0}"/>
          </ac:spMkLst>
        </pc:spChg>
        <pc:spChg chg="add mod">
          <ac:chgData name="tanisha dolas" userId="3cc5df4fd9e5478e" providerId="LiveId" clId="{C0CF1DD2-EC81-4FF7-B2D0-2D73D068DD42}" dt="2026-09-17T17:06:16.231" v="316" actId="1076"/>
          <ac:spMkLst>
            <pc:docMk/>
            <pc:sldMk cId="0" sldId="259"/>
            <ac:spMk id="34" creationId="{5D56E712-A18A-FF42-3759-382F5D9B8A9A}"/>
          </ac:spMkLst>
        </pc:spChg>
        <pc:graphicFrameChg chg="add del mod">
          <ac:chgData name="tanisha dolas" userId="3cc5df4fd9e5478e" providerId="LiveId" clId="{C0CF1DD2-EC81-4FF7-B2D0-2D73D068DD42}" dt="2026-09-17T16:21:18.163" v="174" actId="21"/>
          <ac:graphicFrameMkLst>
            <pc:docMk/>
            <pc:sldMk cId="0" sldId="259"/>
            <ac:graphicFrameMk id="20" creationId="{79A0090B-D746-404E-181D-CFC107DF7055}"/>
          </ac:graphicFrameMkLst>
        </pc:graphicFrameChg>
        <pc:graphicFrameChg chg="add del mod">
          <ac:chgData name="tanisha dolas" userId="3cc5df4fd9e5478e" providerId="LiveId" clId="{C0CF1DD2-EC81-4FF7-B2D0-2D73D068DD42}" dt="2026-09-17T16:21:07.650" v="173" actId="21"/>
          <ac:graphicFrameMkLst>
            <pc:docMk/>
            <pc:sldMk cId="0" sldId="259"/>
            <ac:graphicFrameMk id="21" creationId="{4615C6CF-B841-056D-B787-5B30BB943D6A}"/>
          </ac:graphicFrameMkLst>
        </pc:graphicFrameChg>
        <pc:graphicFrameChg chg="add del">
          <ac:chgData name="tanisha dolas" userId="3cc5df4fd9e5478e" providerId="LiveId" clId="{C0CF1DD2-EC81-4FF7-B2D0-2D73D068DD42}" dt="2026-09-17T16:21:27.453" v="177" actId="21"/>
          <ac:graphicFrameMkLst>
            <pc:docMk/>
            <pc:sldMk cId="0" sldId="259"/>
            <ac:graphicFrameMk id="23" creationId="{CE7770AA-65D0-D9E5-4F99-0490DA6917C3}"/>
          </ac:graphicFrameMkLst>
        </pc:graphicFrameChg>
        <pc:graphicFrameChg chg="add mod">
          <ac:chgData name="tanisha dolas" userId="3cc5df4fd9e5478e" providerId="LiveId" clId="{C0CF1DD2-EC81-4FF7-B2D0-2D73D068DD42}" dt="2026-09-17T16:25:45.357" v="210"/>
          <ac:graphicFrameMkLst>
            <pc:docMk/>
            <pc:sldMk cId="0" sldId="259"/>
            <ac:graphicFrameMk id="25" creationId="{C817BE39-02D1-68A5-EF7F-7B9F16A855D4}"/>
          </ac:graphicFrameMkLst>
        </pc:graphicFrameChg>
        <pc:picChg chg="mod">
          <ac:chgData name="tanisha dolas" userId="3cc5df4fd9e5478e" providerId="LiveId" clId="{C0CF1DD2-EC81-4FF7-B2D0-2D73D068DD42}" dt="2026-09-17T16:39:24.005" v="233" actId="1076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tanisha dolas" userId="3cc5df4fd9e5478e" providerId="LiveId" clId="{C0CF1DD2-EC81-4FF7-B2D0-2D73D068DD42}" dt="2026-09-17T16:51:01.752" v="303" actId="1076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tanisha dolas" userId="3cc5df4fd9e5478e" providerId="LiveId" clId="{C0CF1DD2-EC81-4FF7-B2D0-2D73D068DD42}" dt="2026-09-17T16:39:19.895" v="231" actId="1076"/>
          <ac:picMkLst>
            <pc:docMk/>
            <pc:sldMk cId="0" sldId="259"/>
            <ac:picMk id="9" creationId="{00000000-0000-0000-0000-000000000000}"/>
          </ac:picMkLst>
        </pc:picChg>
        <pc:picChg chg="add del mod">
          <ac:chgData name="tanisha dolas" userId="3cc5df4fd9e5478e" providerId="LiveId" clId="{C0CF1DD2-EC81-4FF7-B2D0-2D73D068DD42}" dt="2026-09-17T16:16:32.345" v="86" actId="21"/>
          <ac:picMkLst>
            <pc:docMk/>
            <pc:sldMk cId="0" sldId="259"/>
            <ac:picMk id="15" creationId="{F36E2EC9-0A4E-CE7E-CA5C-1E772EBA7090}"/>
          </ac:picMkLst>
        </pc:picChg>
        <pc:picChg chg="add del mod">
          <ac:chgData name="tanisha dolas" userId="3cc5df4fd9e5478e" providerId="LiveId" clId="{C0CF1DD2-EC81-4FF7-B2D0-2D73D068DD42}" dt="2026-09-17T16:16:35.064" v="87" actId="21"/>
          <ac:picMkLst>
            <pc:docMk/>
            <pc:sldMk cId="0" sldId="259"/>
            <ac:picMk id="18" creationId="{4472216A-A075-9126-E748-769A62F39EC0}"/>
          </ac:picMkLst>
        </pc:picChg>
        <pc:picChg chg="add mod">
          <ac:chgData name="tanisha dolas" userId="3cc5df4fd9e5478e" providerId="LiveId" clId="{C0CF1DD2-EC81-4FF7-B2D0-2D73D068DD42}" dt="2026-09-17T16:45:07.972" v="260" actId="14100"/>
          <ac:picMkLst>
            <pc:docMk/>
            <pc:sldMk cId="0" sldId="259"/>
            <ac:picMk id="28" creationId="{D69305B4-16FF-662F-234D-0A59F6C05918}"/>
          </ac:picMkLst>
        </pc:picChg>
        <pc:picChg chg="add del mod">
          <ac:chgData name="tanisha dolas" userId="3cc5df4fd9e5478e" providerId="LiveId" clId="{C0CF1DD2-EC81-4FF7-B2D0-2D73D068DD42}" dt="2026-09-17T16:50:23.681" v="298" actId="21"/>
          <ac:picMkLst>
            <pc:docMk/>
            <pc:sldMk cId="0" sldId="259"/>
            <ac:picMk id="31" creationId="{72F6E058-26D1-96B7-FEBB-591569BFCE3D}"/>
          </ac:picMkLst>
        </pc:picChg>
        <pc:picChg chg="add mod">
          <ac:chgData name="tanisha dolas" userId="3cc5df4fd9e5478e" providerId="LiveId" clId="{C0CF1DD2-EC81-4FF7-B2D0-2D73D068DD42}" dt="2026-09-17T16:50:55.221" v="302" actId="14100"/>
          <ac:picMkLst>
            <pc:docMk/>
            <pc:sldMk cId="0" sldId="259"/>
            <ac:picMk id="33" creationId="{7FAF3882-FDB9-2C94-4924-6ED6492821C9}"/>
          </ac:picMkLst>
        </pc:picChg>
      </pc:sldChg>
      <pc:sldChg chg="addSp delSp modSp mod">
        <pc:chgData name="tanisha dolas" userId="3cc5df4fd9e5478e" providerId="LiveId" clId="{C0CF1DD2-EC81-4FF7-B2D0-2D73D068DD42}" dt="2026-09-17T19:30:26.154" v="708" actId="207"/>
        <pc:sldMkLst>
          <pc:docMk/>
          <pc:sldMk cId="0" sldId="260"/>
        </pc:sldMkLst>
        <pc:spChg chg="mod">
          <ac:chgData name="tanisha dolas" userId="3cc5df4fd9e5478e" providerId="LiveId" clId="{C0CF1DD2-EC81-4FF7-B2D0-2D73D068DD42}" dt="2026-09-17T17:08:55.203" v="382" actId="1076"/>
          <ac:spMkLst>
            <pc:docMk/>
            <pc:sldMk cId="0" sldId="260"/>
            <ac:spMk id="2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7:13:04.317" v="384" actId="21"/>
          <ac:spMkLst>
            <pc:docMk/>
            <pc:sldMk cId="0" sldId="260"/>
            <ac:spMk id="4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7:13:09.210" v="385" actId="21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tanisha dolas" userId="3cc5df4fd9e5478e" providerId="LiveId" clId="{C0CF1DD2-EC81-4FF7-B2D0-2D73D068DD42}" dt="2026-09-17T19:30:23.019" v="707" actId="207"/>
          <ac:spMkLst>
            <pc:docMk/>
            <pc:sldMk cId="0" sldId="260"/>
            <ac:spMk id="6" creationId="{A295CB15-8311-CE81-D551-47808EC00777}"/>
          </ac:spMkLst>
        </pc:spChg>
        <pc:spChg chg="add mod">
          <ac:chgData name="tanisha dolas" userId="3cc5df4fd9e5478e" providerId="LiveId" clId="{C0CF1DD2-EC81-4FF7-B2D0-2D73D068DD42}" dt="2026-09-17T19:30:26.154" v="708" actId="207"/>
          <ac:spMkLst>
            <pc:docMk/>
            <pc:sldMk cId="0" sldId="260"/>
            <ac:spMk id="9" creationId="{7AC09CF0-9C7B-D39A-DC28-3E1D70158737}"/>
          </ac:spMkLst>
        </pc:spChg>
        <pc:spChg chg="add mod">
          <ac:chgData name="tanisha dolas" userId="3cc5df4fd9e5478e" providerId="LiveId" clId="{C0CF1DD2-EC81-4FF7-B2D0-2D73D068DD42}" dt="2026-09-17T18:53:57.759" v="421" actId="12"/>
          <ac:spMkLst>
            <pc:docMk/>
            <pc:sldMk cId="0" sldId="260"/>
            <ac:spMk id="10" creationId="{15C4D419-8E7B-4230-085C-826DFDD11560}"/>
          </ac:spMkLst>
        </pc:spChg>
        <pc:spChg chg="add mod">
          <ac:chgData name="tanisha dolas" userId="3cc5df4fd9e5478e" providerId="LiveId" clId="{C0CF1DD2-EC81-4FF7-B2D0-2D73D068DD42}" dt="2026-09-17T18:56:15.081" v="429" actId="12"/>
          <ac:spMkLst>
            <pc:docMk/>
            <pc:sldMk cId="0" sldId="260"/>
            <ac:spMk id="13" creationId="{63940286-557A-77DC-AC5A-072C49C05B44}"/>
          </ac:spMkLst>
        </pc:spChg>
        <pc:spChg chg="add mod">
          <ac:chgData name="tanisha dolas" userId="3cc5df4fd9e5478e" providerId="LiveId" clId="{C0CF1DD2-EC81-4FF7-B2D0-2D73D068DD42}" dt="2026-09-17T19:07:25.748" v="482" actId="12"/>
          <ac:spMkLst>
            <pc:docMk/>
            <pc:sldMk cId="0" sldId="260"/>
            <ac:spMk id="14" creationId="{B5DC7D07-C1BD-4222-52DB-80BB1335F49C}"/>
          </ac:spMkLst>
        </pc:spChg>
        <pc:spChg chg="add mod">
          <ac:chgData name="tanisha dolas" userId="3cc5df4fd9e5478e" providerId="LiveId" clId="{C0CF1DD2-EC81-4FF7-B2D0-2D73D068DD42}" dt="2026-09-17T19:25:41.049" v="681" actId="1076"/>
          <ac:spMkLst>
            <pc:docMk/>
            <pc:sldMk cId="0" sldId="260"/>
            <ac:spMk id="19" creationId="{E4F2D046-FBDC-77AF-522F-9D2E28140AEC}"/>
          </ac:spMkLst>
        </pc:spChg>
        <pc:spChg chg="add mod">
          <ac:chgData name="tanisha dolas" userId="3cc5df4fd9e5478e" providerId="LiveId" clId="{C0CF1DD2-EC81-4FF7-B2D0-2D73D068DD42}" dt="2026-09-17T19:26:07.268" v="687" actId="1076"/>
          <ac:spMkLst>
            <pc:docMk/>
            <pc:sldMk cId="0" sldId="260"/>
            <ac:spMk id="22" creationId="{130EFB1A-A796-9D4F-BEB4-F571C355E41D}"/>
          </ac:spMkLst>
        </pc:spChg>
        <pc:picChg chg="del">
          <ac:chgData name="tanisha dolas" userId="3cc5df4fd9e5478e" providerId="LiveId" clId="{C0CF1DD2-EC81-4FF7-B2D0-2D73D068DD42}" dt="2026-09-17T17:12:58.264" v="383" actId="21"/>
          <ac:picMkLst>
            <pc:docMk/>
            <pc:sldMk cId="0" sldId="260"/>
            <ac:picMk id="3" creationId="{00000000-0000-0000-0000-000000000000}"/>
          </ac:picMkLst>
        </pc:picChg>
        <pc:picChg chg="add mod">
          <ac:chgData name="tanisha dolas" userId="3cc5df4fd9e5478e" providerId="LiveId" clId="{C0CF1DD2-EC81-4FF7-B2D0-2D73D068DD42}" dt="2026-09-17T18:43:51.476" v="399" actId="1076"/>
          <ac:picMkLst>
            <pc:docMk/>
            <pc:sldMk cId="0" sldId="260"/>
            <ac:picMk id="8" creationId="{24DD35FA-AD14-A7E2-11F9-0886B1AC0831}"/>
          </ac:picMkLst>
        </pc:picChg>
        <pc:picChg chg="add mod">
          <ac:chgData name="tanisha dolas" userId="3cc5df4fd9e5478e" providerId="LiveId" clId="{C0CF1DD2-EC81-4FF7-B2D0-2D73D068DD42}" dt="2026-09-17T18:53:16.722" v="418" actId="1076"/>
          <ac:picMkLst>
            <pc:docMk/>
            <pc:sldMk cId="0" sldId="260"/>
            <ac:picMk id="12" creationId="{1A99AEC8-677C-7A8D-4196-CAB8AC5F94DA}"/>
          </ac:picMkLst>
        </pc:picChg>
        <pc:picChg chg="add mod">
          <ac:chgData name="tanisha dolas" userId="3cc5df4fd9e5478e" providerId="LiveId" clId="{C0CF1DD2-EC81-4FF7-B2D0-2D73D068DD42}" dt="2026-09-17T19:22:48.111" v="637" actId="14100"/>
          <ac:picMkLst>
            <pc:docMk/>
            <pc:sldMk cId="0" sldId="260"/>
            <ac:picMk id="16" creationId="{7282B13C-B488-D098-9C2F-75C7AB37A3DA}"/>
          </ac:picMkLst>
        </pc:picChg>
        <pc:picChg chg="add mod">
          <ac:chgData name="tanisha dolas" userId="3cc5df4fd9e5478e" providerId="LiveId" clId="{C0CF1DD2-EC81-4FF7-B2D0-2D73D068DD42}" dt="2026-09-17T19:22:39.883" v="636" actId="14100"/>
          <ac:picMkLst>
            <pc:docMk/>
            <pc:sldMk cId="0" sldId="260"/>
            <ac:picMk id="18" creationId="{286CAB18-FC74-332A-2988-663CF51D1B58}"/>
          </ac:picMkLst>
        </pc:picChg>
        <pc:picChg chg="add mod">
          <ac:chgData name="tanisha dolas" userId="3cc5df4fd9e5478e" providerId="LiveId" clId="{C0CF1DD2-EC81-4FF7-B2D0-2D73D068DD42}" dt="2026-09-17T19:25:34.516" v="680" actId="1076"/>
          <ac:picMkLst>
            <pc:docMk/>
            <pc:sldMk cId="0" sldId="260"/>
            <ac:picMk id="21" creationId="{2C01D4E1-832C-EE80-CCC7-49C825C87258}"/>
          </ac:picMkLst>
        </pc:picChg>
        <pc:picChg chg="add mod modCrop">
          <ac:chgData name="tanisha dolas" userId="3cc5df4fd9e5478e" providerId="LiveId" clId="{C0CF1DD2-EC81-4FF7-B2D0-2D73D068DD42}" dt="2026-09-17T19:27:18.756" v="698" actId="14100"/>
          <ac:picMkLst>
            <pc:docMk/>
            <pc:sldMk cId="0" sldId="260"/>
            <ac:picMk id="24" creationId="{306F77F2-C842-85A5-0EB7-61F785CFE157}"/>
          </ac:picMkLst>
        </pc:picChg>
      </pc:sldChg>
      <pc:sldChg chg="addSp delSp modSp mod">
        <pc:chgData name="tanisha dolas" userId="3cc5df4fd9e5478e" providerId="LiveId" clId="{C0CF1DD2-EC81-4FF7-B2D0-2D73D068DD42}" dt="2026-09-17T20:36:41.662" v="1012" actId="14100"/>
        <pc:sldMkLst>
          <pc:docMk/>
          <pc:sldMk cId="0" sldId="261"/>
        </pc:sldMkLst>
        <pc:spChg chg="mod">
          <ac:chgData name="tanisha dolas" userId="3cc5df4fd9e5478e" providerId="LiveId" clId="{C0CF1DD2-EC81-4FF7-B2D0-2D73D068DD42}" dt="2026-09-17T20:22:32.095" v="925" actId="1076"/>
          <ac:spMkLst>
            <pc:docMk/>
            <pc:sldMk cId="0" sldId="261"/>
            <ac:spMk id="3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18.600" v="717" actId="21"/>
          <ac:spMkLst>
            <pc:docMk/>
            <pc:sldMk cId="0" sldId="261"/>
            <ac:spMk id="4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42.543" v="721" actId="21"/>
          <ac:spMkLst>
            <pc:docMk/>
            <pc:sldMk cId="0" sldId="261"/>
            <ac:spMk id="5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0:47.691" v="712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0:43.370" v="711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23.649" v="718" actId="21"/>
          <ac:spMkLst>
            <pc:docMk/>
            <pc:sldMk cId="0" sldId="261"/>
            <ac:spMk id="8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29:26.567" v="699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01.911" v="714" actId="21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tanisha dolas" userId="3cc5df4fd9e5478e" providerId="LiveId" clId="{C0CF1DD2-EC81-4FF7-B2D0-2D73D068DD42}" dt="2026-09-17T19:30:39.979" v="710" actId="21"/>
          <ac:spMkLst>
            <pc:docMk/>
            <pc:sldMk cId="0" sldId="261"/>
            <ac:spMk id="11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29.721" v="719" actId="21"/>
          <ac:spMkLst>
            <pc:docMk/>
            <pc:sldMk cId="0" sldId="261"/>
            <ac:spMk id="12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0:56.237" v="713" actId="21"/>
          <ac:spMkLst>
            <pc:docMk/>
            <pc:sldMk cId="0" sldId="261"/>
            <ac:spMk id="13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14.724" v="716" actId="21"/>
          <ac:spMkLst>
            <pc:docMk/>
            <pc:sldMk cId="0" sldId="261"/>
            <ac:spMk id="14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10.306" v="715" actId="21"/>
          <ac:spMkLst>
            <pc:docMk/>
            <pc:sldMk cId="0" sldId="261"/>
            <ac:spMk id="15" creationId="{00000000-0000-0000-0000-000000000000}"/>
          </ac:spMkLst>
        </pc:spChg>
        <pc:spChg chg="del">
          <ac:chgData name="tanisha dolas" userId="3cc5df4fd9e5478e" providerId="LiveId" clId="{C0CF1DD2-EC81-4FF7-B2D0-2D73D068DD42}" dt="2026-09-17T19:31:38.140" v="720" actId="21"/>
          <ac:spMkLst>
            <pc:docMk/>
            <pc:sldMk cId="0" sldId="261"/>
            <ac:spMk id="16" creationId="{00000000-0000-0000-0000-000000000000}"/>
          </ac:spMkLst>
        </pc:spChg>
        <pc:spChg chg="add del mod">
          <ac:chgData name="tanisha dolas" userId="3cc5df4fd9e5478e" providerId="LiveId" clId="{C0CF1DD2-EC81-4FF7-B2D0-2D73D068DD42}" dt="2026-09-17T19:29:35.920" v="702"/>
          <ac:spMkLst>
            <pc:docMk/>
            <pc:sldMk cId="0" sldId="261"/>
            <ac:spMk id="17" creationId="{AE884BC3-EA01-08BF-6256-25AD188F3ADA}"/>
          </ac:spMkLst>
        </pc:spChg>
        <pc:spChg chg="add del mod">
          <ac:chgData name="tanisha dolas" userId="3cc5df4fd9e5478e" providerId="LiveId" clId="{C0CF1DD2-EC81-4FF7-B2D0-2D73D068DD42}" dt="2026-09-17T19:34:42.774" v="788"/>
          <ac:spMkLst>
            <pc:docMk/>
            <pc:sldMk cId="0" sldId="261"/>
            <ac:spMk id="18" creationId="{58BEE616-BE85-AFF2-411C-454152C829B3}"/>
          </ac:spMkLst>
        </pc:spChg>
        <pc:spChg chg="add mod">
          <ac:chgData name="tanisha dolas" userId="3cc5df4fd9e5478e" providerId="LiveId" clId="{C0CF1DD2-EC81-4FF7-B2D0-2D73D068DD42}" dt="2026-09-17T20:22:37.027" v="926" actId="1076"/>
          <ac:spMkLst>
            <pc:docMk/>
            <pc:sldMk cId="0" sldId="261"/>
            <ac:spMk id="21" creationId="{2E57EF88-C900-E4EE-C369-335B65CE038D}"/>
          </ac:spMkLst>
        </pc:spChg>
        <pc:spChg chg="add del mod">
          <ac:chgData name="tanisha dolas" userId="3cc5df4fd9e5478e" providerId="LiveId" clId="{C0CF1DD2-EC81-4FF7-B2D0-2D73D068DD42}" dt="2026-09-17T19:43:19.955" v="844"/>
          <ac:spMkLst>
            <pc:docMk/>
            <pc:sldMk cId="0" sldId="261"/>
            <ac:spMk id="24" creationId="{2C02CDA5-F9D3-B9C4-6477-6D808B02B629}"/>
          </ac:spMkLst>
        </pc:spChg>
        <pc:spChg chg="add mod">
          <ac:chgData name="tanisha dolas" userId="3cc5df4fd9e5478e" providerId="LiveId" clId="{C0CF1DD2-EC81-4FF7-B2D0-2D73D068DD42}" dt="2026-09-17T20:23:13.922" v="935" actId="1076"/>
          <ac:spMkLst>
            <pc:docMk/>
            <pc:sldMk cId="0" sldId="261"/>
            <ac:spMk id="26" creationId="{65379A72-5ED5-530C-F428-1865446F0383}"/>
          </ac:spMkLst>
        </pc:spChg>
        <pc:spChg chg="add mod">
          <ac:chgData name="tanisha dolas" userId="3cc5df4fd9e5478e" providerId="LiveId" clId="{C0CF1DD2-EC81-4FF7-B2D0-2D73D068DD42}" dt="2026-09-17T20:36:25.548" v="1008" actId="1076"/>
          <ac:spMkLst>
            <pc:docMk/>
            <pc:sldMk cId="0" sldId="261"/>
            <ac:spMk id="27" creationId="{492080D3-24DE-3DA6-4902-758176A8D6E9}"/>
          </ac:spMkLst>
        </pc:spChg>
        <pc:spChg chg="add mod">
          <ac:chgData name="tanisha dolas" userId="3cc5df4fd9e5478e" providerId="LiveId" clId="{C0CF1DD2-EC81-4FF7-B2D0-2D73D068DD42}" dt="2026-09-17T20:36:31.845" v="1009" actId="1076"/>
          <ac:spMkLst>
            <pc:docMk/>
            <pc:sldMk cId="0" sldId="261"/>
            <ac:spMk id="32" creationId="{4682C7B1-5622-DF9A-887E-96806A4A62B9}"/>
          </ac:spMkLst>
        </pc:spChg>
        <pc:picChg chg="mod">
          <ac:chgData name="tanisha dolas" userId="3cc5df4fd9e5478e" providerId="LiveId" clId="{C0CF1DD2-EC81-4FF7-B2D0-2D73D068DD42}" dt="2026-09-17T20:27:23.580" v="956" actId="14100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tanisha dolas" userId="3cc5df4fd9e5478e" providerId="LiveId" clId="{C0CF1DD2-EC81-4FF7-B2D0-2D73D068DD42}" dt="2026-09-17T20:22:39.774" v="927" actId="1076"/>
          <ac:picMkLst>
            <pc:docMk/>
            <pc:sldMk cId="0" sldId="261"/>
            <ac:picMk id="20" creationId="{B2A97D62-D92D-9D8D-DE28-60B33CF4A2BD}"/>
          </ac:picMkLst>
        </pc:picChg>
        <pc:picChg chg="add mod modCrop">
          <ac:chgData name="tanisha dolas" userId="3cc5df4fd9e5478e" providerId="LiveId" clId="{C0CF1DD2-EC81-4FF7-B2D0-2D73D068DD42}" dt="2026-09-17T20:23:04.975" v="932" actId="1076"/>
          <ac:picMkLst>
            <pc:docMk/>
            <pc:sldMk cId="0" sldId="261"/>
            <ac:picMk id="23" creationId="{70CBF0F6-352A-5E13-3896-FFE1101B9E4B}"/>
          </ac:picMkLst>
        </pc:picChg>
        <pc:picChg chg="add del mod">
          <ac:chgData name="tanisha dolas" userId="3cc5df4fd9e5478e" providerId="LiveId" clId="{C0CF1DD2-EC81-4FF7-B2D0-2D73D068DD42}" dt="2026-09-17T20:22:20.349" v="924" actId="21"/>
          <ac:picMkLst>
            <pc:docMk/>
            <pc:sldMk cId="0" sldId="261"/>
            <ac:picMk id="29" creationId="{71B57796-BBCB-269F-E7F9-0532AF7FE2A5}"/>
          </ac:picMkLst>
        </pc:picChg>
        <pc:picChg chg="add mod">
          <ac:chgData name="tanisha dolas" userId="3cc5df4fd9e5478e" providerId="LiveId" clId="{C0CF1DD2-EC81-4FF7-B2D0-2D73D068DD42}" dt="2026-09-17T20:36:41.662" v="1012" actId="14100"/>
          <ac:picMkLst>
            <pc:docMk/>
            <pc:sldMk cId="0" sldId="261"/>
            <ac:picMk id="31" creationId="{70D954CF-8BE7-2B9F-6E1A-E58FFF5505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4179" y="1487718"/>
            <a:ext cx="5529886" cy="194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 Churn Analysis Using Exploratory Data Analysis</a:t>
            </a:r>
            <a:endParaRPr lang="en-US" sz="3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BA3F2-3243-13C5-DBEC-91E35B86C94D}"/>
              </a:ext>
            </a:extLst>
          </p:cNvPr>
          <p:cNvSpPr txBox="1"/>
          <p:nvPr/>
        </p:nvSpPr>
        <p:spPr>
          <a:xfrm>
            <a:off x="270587" y="5999583"/>
            <a:ext cx="452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 Tanisha Dolas</a:t>
            </a:r>
          </a:p>
          <a:p>
            <a:r>
              <a:rPr lang="en-IN" b="1" dirty="0">
                <a:solidFill>
                  <a:schemeClr val="bg1"/>
                </a:solidFill>
              </a:rPr>
              <a:t>Tools:</a:t>
            </a:r>
            <a:r>
              <a:rPr lang="en-IN" dirty="0">
                <a:solidFill>
                  <a:schemeClr val="bg1"/>
                </a:solidFill>
              </a:rPr>
              <a:t> Python | Pandas | Matplotlib |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2949" y="4054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4000" b="1" dirty="0">
                <a:solidFill>
                  <a:srgbClr val="CC3399"/>
                </a:solidFill>
              </a:rPr>
              <a:t>Problem Statement</a:t>
            </a:r>
            <a:endParaRPr lang="en-US" sz="3700" b="1" dirty="0">
              <a:solidFill>
                <a:srgbClr val="CC339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67C66E-DAE9-0705-826A-9CB1CDAFAC90}"/>
              </a:ext>
            </a:extLst>
          </p:cNvPr>
          <p:cNvSpPr txBox="1"/>
          <p:nvPr/>
        </p:nvSpPr>
        <p:spPr>
          <a:xfrm>
            <a:off x="2677886" y="22393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E8C701-F081-DC40-AFE0-5F6145996701}"/>
              </a:ext>
            </a:extLst>
          </p:cNvPr>
          <p:cNvSpPr txBox="1"/>
          <p:nvPr/>
        </p:nvSpPr>
        <p:spPr>
          <a:xfrm>
            <a:off x="629817" y="1484402"/>
            <a:ext cx="58922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Customer churn is an important challenge for service-based businesses, as losing customers can affect revenue and business growth.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18054B-E7DF-39D6-9BDC-69C31DEBE7ED}"/>
              </a:ext>
            </a:extLst>
          </p:cNvPr>
          <p:cNvSpPr txBox="1"/>
          <p:nvPr/>
        </p:nvSpPr>
        <p:spPr>
          <a:xfrm>
            <a:off x="629817" y="2787368"/>
            <a:ext cx="63634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This project aims to </a:t>
            </a:r>
            <a:r>
              <a:rPr lang="en-IN" sz="2000" dirty="0" err="1">
                <a:solidFill>
                  <a:schemeClr val="bg1"/>
                </a:solidFill>
              </a:rPr>
              <a:t>analyze</a:t>
            </a:r>
            <a:r>
              <a:rPr lang="en-IN" sz="2000" dirty="0">
                <a:solidFill>
                  <a:schemeClr val="bg1"/>
                </a:solidFill>
              </a:rPr>
              <a:t> customer data using Exploratory Data Analysis (EDA) to understand customer characteristics, service usage, contract types, tenure, and billing patterns, and identify factors associated with customer churn.</a:t>
            </a:r>
            <a:r>
              <a:rPr lang="en-IN" dirty="0"/>
              <a:t>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AB0D1E-9885-4A97-B8E5-3060B20938C1}"/>
              </a:ext>
            </a:extLst>
          </p:cNvPr>
          <p:cNvSpPr txBox="1"/>
          <p:nvPr/>
        </p:nvSpPr>
        <p:spPr>
          <a:xfrm>
            <a:off x="629817" y="4767510"/>
            <a:ext cx="55207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The analysis will help generate meaningful insights that can support customer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1131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10D42-6332-95D6-9D0C-5348420ABD75}"/>
              </a:ext>
            </a:extLst>
          </p:cNvPr>
          <p:cNvSpPr txBox="1"/>
          <p:nvPr/>
        </p:nvSpPr>
        <p:spPr>
          <a:xfrm>
            <a:off x="4991877" y="2281859"/>
            <a:ext cx="67087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Understand customer characteristics and service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Clean and preprocess the customer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bg1"/>
                </a:solidFill>
              </a:rPr>
              <a:t>Analyze</a:t>
            </a:r>
            <a:r>
              <a:rPr lang="en-IN" sz="2000" dirty="0">
                <a:solidFill>
                  <a:schemeClr val="bg1"/>
                </a:solidFill>
              </a:rPr>
              <a:t> customer and churn distributions.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Identify relationships between customer attributes and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Discover important patterns using multivariate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Generate insights to understand customer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9156" y="1573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Overview </a:t>
            </a:r>
            <a:endParaRPr lang="en-US" sz="3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4CADA-3258-CAAE-17F1-BE63C59CAAC9}"/>
              </a:ext>
            </a:extLst>
          </p:cNvPr>
          <p:cNvSpPr txBox="1"/>
          <p:nvPr/>
        </p:nvSpPr>
        <p:spPr>
          <a:xfrm>
            <a:off x="10888824" y="24632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B868B-BC0F-D2D7-923D-A91A0BF59FC2}"/>
              </a:ext>
            </a:extLst>
          </p:cNvPr>
          <p:cNvSpPr txBox="1"/>
          <p:nvPr/>
        </p:nvSpPr>
        <p:spPr>
          <a:xfrm>
            <a:off x="457200" y="1123920"/>
            <a:ext cx="3724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Dataset Shape: (1000, 11)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5E56A8-55C5-4CFC-3862-D88AC5BE59E4}"/>
              </a:ext>
            </a:extLst>
          </p:cNvPr>
          <p:cNvSpPr txBox="1"/>
          <p:nvPr/>
        </p:nvSpPr>
        <p:spPr>
          <a:xfrm>
            <a:off x="457200" y="1699850"/>
            <a:ext cx="27908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Numerical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Age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Tenure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</a:rPr>
              <a:t>MonthlyCharges</a:t>
            </a:r>
            <a:endParaRPr lang="en-IN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</a:rPr>
              <a:t>TotalCharges</a:t>
            </a:r>
            <a:endParaRPr lang="en-IN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EEC7A5-D32A-51B3-E345-61023E3B1A42}"/>
              </a:ext>
            </a:extLst>
          </p:cNvPr>
          <p:cNvSpPr txBox="1"/>
          <p:nvPr/>
        </p:nvSpPr>
        <p:spPr>
          <a:xfrm>
            <a:off x="457200" y="3476685"/>
            <a:ext cx="2550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Categorical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Gender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</a:rPr>
              <a:t>PhoneService</a:t>
            </a:r>
            <a:endParaRPr lang="en-IN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</a:rPr>
              <a:t>InternetService</a:t>
            </a:r>
            <a:endParaRPr lang="en-IN" sz="20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Contract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Churn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9BCD06-EBAB-19F5-3389-0C92DDC7376F}"/>
              </a:ext>
            </a:extLst>
          </p:cNvPr>
          <p:cNvSpPr txBox="1"/>
          <p:nvPr/>
        </p:nvSpPr>
        <p:spPr>
          <a:xfrm>
            <a:off x="3905109" y="1123920"/>
            <a:ext cx="1847850" cy="400110"/>
          </a:xfrm>
          <a:prstGeom prst="rect">
            <a:avLst/>
          </a:prstGeom>
          <a:solidFill>
            <a:srgbClr val="663E8A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Top 5 Records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69305B4-16FF-662F-234D-0A59F6C05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584" y="1806407"/>
            <a:ext cx="8111168" cy="167027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2CEF54F-A405-74A5-9942-41E91D70CEB0}"/>
              </a:ext>
            </a:extLst>
          </p:cNvPr>
          <p:cNvSpPr txBox="1"/>
          <p:nvPr/>
        </p:nvSpPr>
        <p:spPr>
          <a:xfrm>
            <a:off x="3895584" y="3854285"/>
            <a:ext cx="1857375" cy="400110"/>
          </a:xfrm>
          <a:prstGeom prst="rect">
            <a:avLst/>
          </a:prstGeom>
          <a:solidFill>
            <a:srgbClr val="663E8A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Last 5 Records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FAF3882-FDB9-2C94-4924-6ED649282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109" y="4541232"/>
            <a:ext cx="8101643" cy="176431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D56E712-A18A-FF42-3759-382F5D9B8A9A}"/>
              </a:ext>
            </a:extLst>
          </p:cNvPr>
          <p:cNvSpPr txBox="1"/>
          <p:nvPr/>
        </p:nvSpPr>
        <p:spPr>
          <a:xfrm>
            <a:off x="457200" y="5495925"/>
            <a:ext cx="18784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Identifier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>
                <a:solidFill>
                  <a:schemeClr val="bg1"/>
                </a:solidFill>
              </a:rPr>
              <a:t>CustomerID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8350" y="24229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</a:rPr>
              <a:t>Data Cleaning &amp; Preprocessing</a:t>
            </a:r>
            <a:endParaRPr lang="en-US" sz="3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5CB15-8311-CE81-D551-47808EC00777}"/>
              </a:ext>
            </a:extLst>
          </p:cNvPr>
          <p:cNvSpPr txBox="1"/>
          <p:nvPr/>
        </p:nvSpPr>
        <p:spPr>
          <a:xfrm>
            <a:off x="643812" y="989045"/>
            <a:ext cx="2198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Duplicate Check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DD35FA-AD14-A7E2-11F9-0886B1AC0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24" y="1545259"/>
            <a:ext cx="1660849" cy="815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C09CF0-9C7B-D39A-DC28-3E1D70158737}"/>
              </a:ext>
            </a:extLst>
          </p:cNvPr>
          <p:cNvSpPr txBox="1"/>
          <p:nvPr/>
        </p:nvSpPr>
        <p:spPr>
          <a:xfrm>
            <a:off x="643812" y="2516749"/>
            <a:ext cx="3375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Complete duplicate rows: </a:t>
            </a:r>
            <a:r>
              <a:rPr lang="en-IN" sz="2000" b="1" dirty="0">
                <a:solidFill>
                  <a:schemeClr val="bg1"/>
                </a:solidFill>
              </a:rPr>
              <a:t>0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4D419-8E7B-4230-085C-826DFDD11560}"/>
              </a:ext>
            </a:extLst>
          </p:cNvPr>
          <p:cNvSpPr txBox="1"/>
          <p:nvPr/>
        </p:nvSpPr>
        <p:spPr>
          <a:xfrm>
            <a:off x="643812" y="3060387"/>
            <a:ext cx="2834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Missing-value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99AEC8-677C-7A8D-4196-CAB8AC5F9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14" y="3582955"/>
            <a:ext cx="1686573" cy="23219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940286-557A-77DC-AC5A-072C49C05B44}"/>
              </a:ext>
            </a:extLst>
          </p:cNvPr>
          <p:cNvSpPr txBox="1"/>
          <p:nvPr/>
        </p:nvSpPr>
        <p:spPr>
          <a:xfrm>
            <a:off x="584020" y="6048345"/>
            <a:ext cx="4198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solidFill>
                  <a:schemeClr val="bg1"/>
                </a:solidFill>
              </a:rPr>
              <a:t>InternetService</a:t>
            </a:r>
            <a:r>
              <a:rPr lang="en-IN" sz="2000" dirty="0">
                <a:solidFill>
                  <a:schemeClr val="bg1"/>
                </a:solidFill>
              </a:rPr>
              <a:t>: 340 missing values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C7D07-C1BD-4222-52DB-80BB1335F49C}"/>
              </a:ext>
            </a:extLst>
          </p:cNvPr>
          <p:cNvSpPr txBox="1"/>
          <p:nvPr/>
        </p:nvSpPr>
        <p:spPr>
          <a:xfrm>
            <a:off x="4883020" y="989045"/>
            <a:ext cx="4798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Replacing missing values with ‘Unknown’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82B13C-B488-D098-9C2F-75C7AB37A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879" y="1701468"/>
            <a:ext cx="5540899" cy="4001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6CAB18-FC74-332A-2988-663CF51D1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879" y="2413889"/>
            <a:ext cx="2832926" cy="15862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F2D046-FBDC-77AF-522F-9D2E28140AEC}"/>
              </a:ext>
            </a:extLst>
          </p:cNvPr>
          <p:cNvSpPr txBox="1"/>
          <p:nvPr/>
        </p:nvSpPr>
        <p:spPr>
          <a:xfrm>
            <a:off x="4883020" y="4156259"/>
            <a:ext cx="5540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340 missing Internet Service values are split across both </a:t>
            </a:r>
            <a:r>
              <a:rPr lang="en-US" dirty="0" err="1">
                <a:solidFill>
                  <a:schemeClr val="bg1"/>
                </a:solidFill>
              </a:rPr>
              <a:t>PhoneService</a:t>
            </a:r>
            <a:r>
              <a:rPr lang="en-US" dirty="0">
                <a:solidFill>
                  <a:schemeClr val="bg1"/>
                </a:solidFill>
              </a:rPr>
              <a:t> categories. So we cannot say that missing </a:t>
            </a:r>
            <a:r>
              <a:rPr lang="en-US" dirty="0" err="1">
                <a:solidFill>
                  <a:schemeClr val="bg1"/>
                </a:solidFill>
              </a:rPr>
              <a:t>InternetService</a:t>
            </a:r>
            <a:r>
              <a:rPr lang="en-US" dirty="0">
                <a:solidFill>
                  <a:schemeClr val="bg1"/>
                </a:solidFill>
              </a:rPr>
              <a:t> means "No internet“. Therefore missing values are replace by ‘Unknown’.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01D4E1-832C-EE80-CCC7-49C825C872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508" y="2528162"/>
            <a:ext cx="3043268" cy="13590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0EFB1A-A796-9D4F-BEB4-F571C355E41D}"/>
              </a:ext>
            </a:extLst>
          </p:cNvPr>
          <p:cNvSpPr txBox="1"/>
          <p:nvPr/>
        </p:nvSpPr>
        <p:spPr>
          <a:xfrm>
            <a:off x="4967904" y="5510383"/>
            <a:ext cx="330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Dropped irrelevant Column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6F77F2-C842-85A5-0EB7-61F785CFE1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7640"/>
          <a:stretch>
            <a:fillRect/>
          </a:stretch>
        </p:blipFill>
        <p:spPr>
          <a:xfrm>
            <a:off x="5136138" y="6048344"/>
            <a:ext cx="5780678" cy="407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789" y="0"/>
            <a:ext cx="376023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99772" y="184794"/>
            <a:ext cx="4243900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</a:rPr>
              <a:t>Outlier Analysis</a:t>
            </a:r>
            <a:endParaRPr lang="en-US" sz="3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A97D62-D92D-9D8D-DE28-60B33CF4A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644228"/>
            <a:ext cx="3190875" cy="8122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E57EF88-C900-E4EE-C369-335B65CE038D}"/>
              </a:ext>
            </a:extLst>
          </p:cNvPr>
          <p:cNvSpPr txBox="1"/>
          <p:nvPr/>
        </p:nvSpPr>
        <p:spPr>
          <a:xfrm>
            <a:off x="323850" y="1072889"/>
            <a:ext cx="2781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Boxplot for Total Charges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0CBF0F6-352A-5E13-3896-FFE1101B9E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68" b="-1"/>
          <a:stretch>
            <a:fillRect/>
          </a:stretch>
        </p:blipFill>
        <p:spPr>
          <a:xfrm>
            <a:off x="173061" y="2792188"/>
            <a:ext cx="4453423" cy="292483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5379A72-5ED5-530C-F428-1865446F0383}"/>
              </a:ext>
            </a:extLst>
          </p:cNvPr>
          <p:cNvSpPr txBox="1"/>
          <p:nvPr/>
        </p:nvSpPr>
        <p:spPr>
          <a:xfrm>
            <a:off x="173061" y="5953984"/>
            <a:ext cx="51734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Outliers were identified in </a:t>
            </a:r>
            <a:r>
              <a:rPr lang="en-IN" sz="2000" dirty="0" err="1">
                <a:solidFill>
                  <a:schemeClr val="bg1"/>
                </a:solidFill>
              </a:rPr>
              <a:t>TotalCharges</a:t>
            </a:r>
            <a:r>
              <a:rPr lang="en-IN" sz="2000" dirty="0">
                <a:solidFill>
                  <a:schemeClr val="bg1"/>
                </a:solidFill>
              </a:rPr>
              <a:t> and treated using IQR-based capping.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2080D3-24DE-3DA6-4902-758176A8D6E9}"/>
              </a:ext>
            </a:extLst>
          </p:cNvPr>
          <p:cNvSpPr txBox="1"/>
          <p:nvPr/>
        </p:nvSpPr>
        <p:spPr>
          <a:xfrm>
            <a:off x="5826184" y="810701"/>
            <a:ext cx="421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IQR-based capping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0D954CF-8BE7-2B9F-6E1A-E58FFF550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2600" y="2552703"/>
            <a:ext cx="4530674" cy="349459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682C7B1-5622-DF9A-887E-96806A4A62B9}"/>
              </a:ext>
            </a:extLst>
          </p:cNvPr>
          <p:cNvSpPr txBox="1"/>
          <p:nvPr/>
        </p:nvSpPr>
        <p:spPr>
          <a:xfrm>
            <a:off x="4788157" y="1312878"/>
            <a:ext cx="525449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Calculated Q1, Q3 and IQR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Applied the 1.5 × IQR rule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Capped extreme values instead of deleting records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88464" y="96775"/>
            <a:ext cx="6296860" cy="719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Univariate Analysis </a:t>
            </a:r>
            <a:endParaRPr lang="en-US" sz="3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13171C-168E-E580-E322-C78B14924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347" y="1306176"/>
            <a:ext cx="5233616" cy="29720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09C0CB-661B-B8DD-B1AF-EC821F456F49}"/>
              </a:ext>
            </a:extLst>
          </p:cNvPr>
          <p:cNvSpPr txBox="1"/>
          <p:nvPr/>
        </p:nvSpPr>
        <p:spPr>
          <a:xfrm>
            <a:off x="6818532" y="4473651"/>
            <a:ext cx="1259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highlight>
                  <a:srgbClr val="C0C0C0"/>
                </a:highlight>
              </a:rPr>
              <a:t>Insights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078DA7-D8DE-E5F0-C131-E1B97D32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99" y="1306176"/>
            <a:ext cx="5513256" cy="31072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4DF02E2-4DEC-A431-F5EF-FEC5841F6CCE}"/>
              </a:ext>
            </a:extLst>
          </p:cNvPr>
          <p:cNvSpPr txBox="1"/>
          <p:nvPr/>
        </p:nvSpPr>
        <p:spPr>
          <a:xfrm>
            <a:off x="23686" y="5215295"/>
            <a:ext cx="62968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Most customers have lower-to-moderate total charges.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Fewer customers have higher total charges.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distribution is positively skewed.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243B3-AD50-B8D5-7239-3E6291D0C27D}"/>
              </a:ext>
            </a:extLst>
          </p:cNvPr>
          <p:cNvSpPr txBox="1"/>
          <p:nvPr/>
        </p:nvSpPr>
        <p:spPr>
          <a:xfrm>
            <a:off x="355699" y="4771280"/>
            <a:ext cx="98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Insights</a:t>
            </a:r>
            <a:endParaRPr lang="en-IN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7A877-E294-4902-23B5-E3734284D884}"/>
              </a:ext>
            </a:extLst>
          </p:cNvPr>
          <p:cNvSpPr txBox="1"/>
          <p:nvPr/>
        </p:nvSpPr>
        <p:spPr>
          <a:xfrm>
            <a:off x="1498114" y="704553"/>
            <a:ext cx="2926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663E8A"/>
                </a:highlight>
              </a:rPr>
              <a:t>Total Charges Distribution</a:t>
            </a:r>
            <a:endParaRPr lang="en-IN" sz="2000" b="1" dirty="0">
              <a:solidFill>
                <a:schemeClr val="bg1"/>
              </a:solidFill>
              <a:highlight>
                <a:srgbClr val="663E8A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45FAE-ADAD-02AE-2D84-A7EEDA7AE0A9}"/>
              </a:ext>
            </a:extLst>
          </p:cNvPr>
          <p:cNvSpPr txBox="1"/>
          <p:nvPr/>
        </p:nvSpPr>
        <p:spPr>
          <a:xfrm>
            <a:off x="8276253" y="728476"/>
            <a:ext cx="2239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highlight>
                  <a:srgbClr val="663E8A"/>
                </a:highlight>
              </a:rPr>
              <a:t>Tenure Distribution</a:t>
            </a:r>
            <a:endParaRPr lang="en-IN" sz="2000" b="1" dirty="0">
              <a:solidFill>
                <a:schemeClr val="bg1"/>
              </a:solidFill>
              <a:highlight>
                <a:srgbClr val="663E8A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D8779-E7DF-57FC-3CB9-C025ECB9C4AF}"/>
              </a:ext>
            </a:extLst>
          </p:cNvPr>
          <p:cNvSpPr txBox="1"/>
          <p:nvPr/>
        </p:nvSpPr>
        <p:spPr>
          <a:xfrm>
            <a:off x="6151262" y="5054549"/>
            <a:ext cx="606195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Customers have tenure ranging from 0 to 72 months.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dataset contains both new and long-term customers.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distribution shows how long customers have been using the service</a:t>
            </a:r>
            <a:r>
              <a:rPr lang="en-IN" sz="2000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71221" y="87301"/>
            <a:ext cx="4423824" cy="561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</a:rPr>
              <a:t>Bivariate Analysis</a:t>
            </a:r>
            <a:endParaRPr lang="en-US" sz="3700" dirty="0"/>
          </a:p>
        </p:txBody>
      </p:sp>
      <p:sp>
        <p:nvSpPr>
          <p:cNvPr id="9" name="Text 4"/>
          <p:cNvSpPr/>
          <p:nvPr/>
        </p:nvSpPr>
        <p:spPr>
          <a:xfrm>
            <a:off x="8268237" y="240754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0430160" y="240754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C2AD87-1C39-E442-287A-738198E1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84" y="1199202"/>
            <a:ext cx="5701004" cy="31002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64137E-80D7-B78F-1B3B-85FCC97DE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653" y="1199508"/>
            <a:ext cx="4926563" cy="309993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AB8B971-B22C-D2A0-810B-04C0AD8DF3D6}"/>
              </a:ext>
            </a:extLst>
          </p:cNvPr>
          <p:cNvSpPr txBox="1"/>
          <p:nvPr/>
        </p:nvSpPr>
        <p:spPr>
          <a:xfrm>
            <a:off x="6668276" y="4947000"/>
            <a:ext cx="55237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tenure distributions of churned and retained customers are broadly similar.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Both groups have a wide range of tenure values.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There is no large difference in their median tenure.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EE1AC0-5592-C1E0-D5E7-A45F64C12290}"/>
              </a:ext>
            </a:extLst>
          </p:cNvPr>
          <p:cNvSpPr txBox="1"/>
          <p:nvPr/>
        </p:nvSpPr>
        <p:spPr>
          <a:xfrm>
            <a:off x="270588" y="4850069"/>
            <a:ext cx="643196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Churn is concentrated among month-to-month contract customers in this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One-year and two-year contracts show no visible churned customers in this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This shows an association between contract type and churn.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83CE3-778B-C7FF-E944-80261AD26C55}"/>
              </a:ext>
            </a:extLst>
          </p:cNvPr>
          <p:cNvSpPr txBox="1"/>
          <p:nvPr/>
        </p:nvSpPr>
        <p:spPr>
          <a:xfrm>
            <a:off x="1231641" y="657731"/>
            <a:ext cx="2636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663E8A"/>
                </a:highlight>
              </a:rPr>
              <a:t>Contract Type vs Churn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7F67B0-7C3A-BDE4-7360-1B5B09B38AA6}"/>
              </a:ext>
            </a:extLst>
          </p:cNvPr>
          <p:cNvSpPr txBox="1"/>
          <p:nvPr/>
        </p:nvSpPr>
        <p:spPr>
          <a:xfrm>
            <a:off x="615820" y="4486028"/>
            <a:ext cx="98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</a:rPr>
              <a:t>Insights</a:t>
            </a:r>
            <a:endParaRPr lang="en-IN" sz="2000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EE50B-17A8-504D-7D0B-DEEB6F87A2BF}"/>
              </a:ext>
            </a:extLst>
          </p:cNvPr>
          <p:cNvSpPr txBox="1"/>
          <p:nvPr/>
        </p:nvSpPr>
        <p:spPr>
          <a:xfrm>
            <a:off x="8650289" y="692812"/>
            <a:ext cx="189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highlight>
                  <a:srgbClr val="663E8A"/>
                </a:highlight>
              </a:rPr>
              <a:t>Tenure vs Churn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65040-D3CF-2CB7-8BBF-621EB3358A83}"/>
              </a:ext>
            </a:extLst>
          </p:cNvPr>
          <p:cNvSpPr txBox="1"/>
          <p:nvPr/>
        </p:nvSpPr>
        <p:spPr>
          <a:xfrm>
            <a:off x="7149873" y="4503583"/>
            <a:ext cx="98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</a:rPr>
              <a:t>Insights</a:t>
            </a:r>
            <a:endParaRPr lang="en-IN" sz="2000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1984276"/>
            <a:ext cx="712025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A99D92-7E28-9606-3369-4FE9E47A4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06" y="842232"/>
            <a:ext cx="5793163" cy="3465385"/>
          </a:xfrm>
          <a:prstGeom prst="rect">
            <a:avLst/>
          </a:prstGeom>
        </p:spPr>
      </p:pic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BE35CBB9-8B81-4398-9A2E-0901AC6C2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497" y="0"/>
            <a:ext cx="4104503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83FFF4-CE4D-F248-D4D4-2E57AF19DFD2}"/>
              </a:ext>
            </a:extLst>
          </p:cNvPr>
          <p:cNvSpPr txBox="1"/>
          <p:nvPr/>
        </p:nvSpPr>
        <p:spPr>
          <a:xfrm>
            <a:off x="420952" y="5026679"/>
            <a:ext cx="722800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Monthly charges show considerable overlap between churned and retained customers.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Both groups have similar ranges of monthly charges.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graph does not show a clear separation between the two groups.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5ACA89-C0C4-0473-D7CE-32A37A2BEC1D}"/>
              </a:ext>
            </a:extLst>
          </p:cNvPr>
          <p:cNvSpPr txBox="1"/>
          <p:nvPr/>
        </p:nvSpPr>
        <p:spPr>
          <a:xfrm>
            <a:off x="2488914" y="225034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663E8A"/>
                </a:highlight>
              </a:rPr>
              <a:t>Monthly Charges vs Churn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145D8-FAC7-2A2D-7FC4-40023A20CEB4}"/>
              </a:ext>
            </a:extLst>
          </p:cNvPr>
          <p:cNvSpPr txBox="1"/>
          <p:nvPr/>
        </p:nvSpPr>
        <p:spPr>
          <a:xfrm>
            <a:off x="942392" y="4581330"/>
            <a:ext cx="918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808080"/>
                </a:highlight>
              </a:rPr>
              <a:t>Insights</a:t>
            </a:r>
            <a:endParaRPr lang="en-IN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95141" y="109674"/>
            <a:ext cx="3729071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</a:rPr>
              <a:t>Multivariate Analysis</a:t>
            </a:r>
            <a:endParaRPr lang="en-US" sz="27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B9A44F-C107-9FEC-D8BB-3BA4FEB2C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07" y="1189233"/>
            <a:ext cx="5309818" cy="31740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462019-5FA7-7F04-0DB7-ACC30E57E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76" y="1127897"/>
            <a:ext cx="4984443" cy="323536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A7859E5-D542-B2F1-4C92-22993C7BD8CA}"/>
              </a:ext>
            </a:extLst>
          </p:cNvPr>
          <p:cNvSpPr txBox="1"/>
          <p:nvPr/>
        </p:nvSpPr>
        <p:spPr>
          <a:xfrm>
            <a:off x="120599" y="5024410"/>
            <a:ext cx="61962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Combines three variables instead of looking at them separately.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Monthly charge distributions can be compared between churn groups within different contract types.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month-to-month category contains both churned and retained customers.</a:t>
            </a:r>
          </a:p>
          <a:p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F87858-D552-DE5A-9B75-73D641EF2C2D}"/>
              </a:ext>
            </a:extLst>
          </p:cNvPr>
          <p:cNvSpPr txBox="1"/>
          <p:nvPr/>
        </p:nvSpPr>
        <p:spPr>
          <a:xfrm flipH="1">
            <a:off x="6096000" y="4824721"/>
            <a:ext cx="58154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Monthly charges vary across the different </a:t>
            </a:r>
            <a:r>
              <a:rPr lang="en-IN" dirty="0" err="1">
                <a:solidFill>
                  <a:schemeClr val="bg1"/>
                </a:solidFill>
              </a:rPr>
              <a:t>InternetService</a:t>
            </a:r>
            <a:r>
              <a:rPr lang="en-IN" dirty="0">
                <a:solidFill>
                  <a:schemeClr val="bg1"/>
                </a:solidFill>
              </a:rPr>
              <a:t> categories.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We can compare these charge patterns between churned and retained customers.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Unknown category represents the values that were missing in the original </a:t>
            </a:r>
            <a:r>
              <a:rPr lang="en-IN" dirty="0" err="1">
                <a:solidFill>
                  <a:schemeClr val="bg1"/>
                </a:solidFill>
              </a:rPr>
              <a:t>InternetService</a:t>
            </a:r>
            <a:r>
              <a:rPr lang="en-IN" dirty="0">
                <a:solidFill>
                  <a:schemeClr val="bg1"/>
                </a:solidFill>
              </a:rPr>
              <a:t> column and were handled during preprocessing.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225C93-2735-ECCE-9E93-5DC4E60E3D59}"/>
              </a:ext>
            </a:extLst>
          </p:cNvPr>
          <p:cNvSpPr txBox="1"/>
          <p:nvPr/>
        </p:nvSpPr>
        <p:spPr>
          <a:xfrm>
            <a:off x="629381" y="589434"/>
            <a:ext cx="4079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663E8A"/>
                </a:highlight>
              </a:rPr>
              <a:t>Contract Type, Monthly Charges &amp; Churn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9C739-0B14-0C5F-4934-09E7C3A0279D}"/>
              </a:ext>
            </a:extLst>
          </p:cNvPr>
          <p:cNvSpPr txBox="1"/>
          <p:nvPr/>
        </p:nvSpPr>
        <p:spPr>
          <a:xfrm>
            <a:off x="845005" y="4608929"/>
            <a:ext cx="98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</a:rPr>
              <a:t>Insights</a:t>
            </a:r>
            <a:endParaRPr lang="en-IN" sz="2000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E203B-8944-EA44-A5CC-30CCDDA74A86}"/>
              </a:ext>
            </a:extLst>
          </p:cNvPr>
          <p:cNvSpPr txBox="1"/>
          <p:nvPr/>
        </p:nvSpPr>
        <p:spPr>
          <a:xfrm>
            <a:off x="6763228" y="606429"/>
            <a:ext cx="4323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highlight>
                  <a:srgbClr val="663E8A"/>
                </a:highlight>
              </a:rPr>
              <a:t>Internet Service , Monthly Charges &amp; Churn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169AC4-8C18-03A9-8027-52F47EE9B0FC}"/>
              </a:ext>
            </a:extLst>
          </p:cNvPr>
          <p:cNvSpPr txBox="1"/>
          <p:nvPr/>
        </p:nvSpPr>
        <p:spPr>
          <a:xfrm>
            <a:off x="3810759" y="0"/>
            <a:ext cx="45704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CC3399"/>
                </a:solidFill>
                <a:latin typeface="Inconsolata Bold" pitchFamily="1" charset="0"/>
                <a:ea typeface="Inconsolata Bold" pitchFamily="1" charset="0"/>
              </a:rPr>
              <a:t>Correlation Heatmap</a:t>
            </a:r>
          </a:p>
          <a:p>
            <a:br>
              <a:rPr lang="en-IN" sz="3600" dirty="0"/>
            </a:br>
            <a:endParaRPr lang="en-IN" sz="3600" dirty="0">
              <a:latin typeface="Inconsolata Bold" pitchFamily="1" charset="0"/>
              <a:ea typeface="Inconsolata Bold" pitchFamily="1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88B44-E5D1-0FF2-7F5A-7E877AF43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68" y="1302083"/>
            <a:ext cx="5287303" cy="4253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CF8059-2EBE-DE8F-6FA2-72ECC83097B0}"/>
              </a:ext>
            </a:extLst>
          </p:cNvPr>
          <p:cNvSpPr txBox="1"/>
          <p:nvPr/>
        </p:nvSpPr>
        <p:spPr>
          <a:xfrm>
            <a:off x="6096000" y="2334096"/>
            <a:ext cx="59311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Tenure and </a:t>
            </a:r>
            <a:r>
              <a:rPr lang="en-IN" dirty="0" err="1">
                <a:solidFill>
                  <a:schemeClr val="bg1"/>
                </a:solidFill>
              </a:rPr>
              <a:t>TotalCharges</a:t>
            </a:r>
            <a:r>
              <a:rPr lang="en-IN" dirty="0">
                <a:solidFill>
                  <a:schemeClr val="bg1"/>
                </a:solidFill>
              </a:rPr>
              <a:t> have a strong positive correlation of 0.76.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MonthlyCharges</a:t>
            </a:r>
            <a:r>
              <a:rPr lang="en-IN" dirty="0">
                <a:solidFill>
                  <a:schemeClr val="bg1"/>
                </a:solidFill>
              </a:rPr>
              <a:t> and </a:t>
            </a:r>
            <a:r>
              <a:rPr lang="en-IN" dirty="0" err="1">
                <a:solidFill>
                  <a:schemeClr val="bg1"/>
                </a:solidFill>
              </a:rPr>
              <a:t>TotalCharges</a:t>
            </a:r>
            <a:r>
              <a:rPr lang="en-IN" dirty="0">
                <a:solidFill>
                  <a:schemeClr val="bg1"/>
                </a:solidFill>
              </a:rPr>
              <a:t> have a moderate positive correlation of 0.52.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Age has very weak correlations with the other numerical variables.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Tenure and </a:t>
            </a:r>
            <a:r>
              <a:rPr lang="en-IN" dirty="0" err="1">
                <a:solidFill>
                  <a:schemeClr val="bg1"/>
                </a:solidFill>
              </a:rPr>
              <a:t>MonthlyCharges</a:t>
            </a:r>
            <a:r>
              <a:rPr lang="en-IN" dirty="0">
                <a:solidFill>
                  <a:schemeClr val="bg1"/>
                </a:solidFill>
              </a:rPr>
              <a:t> have a very weak correlation of -0.059.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90AAEB-8779-5CA0-BA76-5B5543E14CD0}"/>
              </a:ext>
            </a:extLst>
          </p:cNvPr>
          <p:cNvSpPr txBox="1"/>
          <p:nvPr/>
        </p:nvSpPr>
        <p:spPr>
          <a:xfrm>
            <a:off x="6328780" y="1436914"/>
            <a:ext cx="98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Insights</a:t>
            </a:r>
            <a:endParaRPr lang="en-IN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0412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37B5773-8D31-7EE9-3F77-5DBE3C759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825" y="0"/>
            <a:ext cx="46281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0AECF0-64AE-CBFA-5F96-F01D6BF8D727}"/>
              </a:ext>
            </a:extLst>
          </p:cNvPr>
          <p:cNvSpPr txBox="1"/>
          <p:nvPr/>
        </p:nvSpPr>
        <p:spPr>
          <a:xfrm>
            <a:off x="912845" y="130261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rgbClr val="CC3399"/>
                </a:solidFill>
                <a:latin typeface="Inconsolata Bold" pitchFamily="1" charset="0"/>
                <a:ea typeface="Inconsolata Bold" pitchFamily="1" charset="0"/>
              </a:rPr>
              <a:t>Key Insights &amp;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F684A-2477-69B2-F4BD-E409E7473CA6}"/>
              </a:ext>
            </a:extLst>
          </p:cNvPr>
          <p:cNvSpPr txBox="1"/>
          <p:nvPr/>
        </p:nvSpPr>
        <p:spPr>
          <a:xfrm>
            <a:off x="708888" y="4543842"/>
            <a:ext cx="61594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EDA helped identify key customer patterns and factors associated with churn, providing useful insights into customer </a:t>
            </a:r>
            <a:r>
              <a:rPr lang="en-IN" sz="2000" dirty="0" err="1">
                <a:solidFill>
                  <a:schemeClr val="bg1"/>
                </a:solidFill>
              </a:rPr>
              <a:t>behavior</a:t>
            </a:r>
            <a:r>
              <a:rPr lang="en-IN" sz="2000" dirty="0">
                <a:solidFill>
                  <a:schemeClr val="bg1"/>
                </a:solidFill>
              </a:rPr>
              <a:t> and retention.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962DA-6229-B984-17B8-456A4BA8C7CC}"/>
              </a:ext>
            </a:extLst>
          </p:cNvPr>
          <p:cNvSpPr txBox="1"/>
          <p:nvPr/>
        </p:nvSpPr>
        <p:spPr>
          <a:xfrm>
            <a:off x="392382" y="1190625"/>
            <a:ext cx="680851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Key Findings</a:t>
            </a:r>
            <a:endParaRPr lang="en-IN" sz="2000" dirty="0">
              <a:solidFill>
                <a:schemeClr val="bg1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Month-to-month contracts show the visible churn pattern.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Tenure is broadly similar for both churn groups.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Monthly charges have considerable overlap between churn groups.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</a:rPr>
              <a:t>Tenure &amp; </a:t>
            </a:r>
            <a:r>
              <a:rPr lang="en-IN" sz="2000" dirty="0" err="1">
                <a:solidFill>
                  <a:schemeClr val="bg1"/>
                </a:solidFill>
              </a:rPr>
              <a:t>TotalCharges</a:t>
            </a:r>
            <a:r>
              <a:rPr lang="en-IN" sz="2000" dirty="0">
                <a:solidFill>
                  <a:schemeClr val="bg1"/>
                </a:solidFill>
              </a:rPr>
              <a:t> show strong correlation (</a:t>
            </a:r>
            <a:r>
              <a:rPr lang="en-IN" sz="2000" b="1" dirty="0">
                <a:solidFill>
                  <a:schemeClr val="bg1"/>
                </a:solidFill>
              </a:rPr>
              <a:t>0.76</a:t>
            </a:r>
            <a:r>
              <a:rPr lang="en-IN" sz="2000" dirty="0">
                <a:solidFill>
                  <a:schemeClr val="bg1"/>
                </a:solidFill>
              </a:rPr>
              <a:t>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solidFill>
                  <a:schemeClr val="bg1"/>
                </a:solidFill>
              </a:rPr>
              <a:t>TotalCharges</a:t>
            </a:r>
            <a:r>
              <a:rPr lang="en-IN" sz="2000" dirty="0">
                <a:solidFill>
                  <a:schemeClr val="bg1"/>
                </a:solidFill>
              </a:rPr>
              <a:t> was treated using IQR-based capping.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B00C3-4034-8F94-E2C1-E1901DB47C78}"/>
              </a:ext>
            </a:extLst>
          </p:cNvPr>
          <p:cNvSpPr txBox="1"/>
          <p:nvPr/>
        </p:nvSpPr>
        <p:spPr>
          <a:xfrm>
            <a:off x="485775" y="3848100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Conclusion</a:t>
            </a:r>
            <a:endParaRPr lang="en-IN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744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889C0-E664-1EDE-21A4-9ED4E134E1FB}"/>
              </a:ext>
            </a:extLst>
          </p:cNvPr>
          <p:cNvSpPr txBox="1"/>
          <p:nvPr/>
        </p:nvSpPr>
        <p:spPr>
          <a:xfrm>
            <a:off x="2593911" y="1408923"/>
            <a:ext cx="66656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Thank you </a:t>
            </a:r>
            <a:r>
              <a:rPr lang="en-US" sz="96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IN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80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669</Words>
  <Application>Microsoft Office PowerPoint</Application>
  <PresentationFormat>Widescreen</PresentationFormat>
  <Paragraphs>113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Inconsolata Bold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Tanisha</dc:creator>
  <cp:lastModifiedBy>tanisha dolas</cp:lastModifiedBy>
  <cp:revision>11</cp:revision>
  <dcterms:created xsi:type="dcterms:W3CDTF">2026-09-17T10:54:31Z</dcterms:created>
  <dcterms:modified xsi:type="dcterms:W3CDTF">2026-10-06T08:22:08Z</dcterms:modified>
</cp:coreProperties>
</file>